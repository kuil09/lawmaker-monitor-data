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41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273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3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42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122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649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379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68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37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88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301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CFE0-02E7-4D6F-8EEF-36699032D1CA}" type="datetimeFigureOut">
              <a:rPr lang="ko-KR" altLang="en-US" smtClean="0"/>
              <a:t>2025-07-23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4DF69-D814-4BC0-8013-3568489AA5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66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47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assembly</dc:creator>
  <cp:lastModifiedBy>assembly</cp:lastModifiedBy>
  <cp:revision>1</cp:revision>
  <dcterms:created xsi:type="dcterms:W3CDTF">2025-07-23T00:46:21Z</dcterms:created>
  <dcterms:modified xsi:type="dcterms:W3CDTF">2025-07-23T00:47:14Z</dcterms:modified>
</cp:coreProperties>
</file>